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EC0D-A545-C121-A0D1-2026D732A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D5161-93CF-59DC-F6AB-256CE78B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2C3F7-C7F4-1461-595E-2259C85A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B568E-3C86-EF23-CCC4-8C330530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323E5-9717-B11D-8CC0-1682BC482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688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AEDB-455F-20FA-4632-DD19735C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110C0-EF77-FEFE-87C2-BC779E5C9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929D2-F278-A96C-451F-122E0F089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1C5B6-7388-A56A-F0CB-7881045B2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93FBA-FFF1-A7BB-6B7C-D25B1DB2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0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E02A-8837-EE88-5EFA-F8FE9D10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25BA8-5660-A303-2F83-71D3F204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D701A-5293-659F-31E4-54BDBD3B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571C5-67D0-05C3-B45C-7E720F7F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C9FDD-4418-2319-496C-59E06118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733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A596-4100-E8CF-68C5-413056825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D07D6-0F1E-4D3D-3A43-72DD16900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78C0-09E1-8D92-32EC-96D6230F1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738DD-8CDE-5BE3-182F-A7152162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130BF-E9E8-46B9-D667-F2D4F891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2BDD1-5604-3C23-7A51-D32D4C53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9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60BD-E891-CE2B-4AB0-D8484969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B37B6-CA9A-5011-BE09-5081AB692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F0941-E238-D78F-B527-8E1127CEB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BB30C-06D1-6141-4B0A-F2E73BA74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28636-B8C3-42BA-C6E5-53A7646E8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229D25-9414-253E-89E8-9756FD89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432EB-6CE5-15D8-8C22-F3E98DD2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263A8-3CF7-64A4-4F04-9963C9A8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68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7EC8-DCE1-01F3-6817-9E033271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2FEAE-75A2-6DCD-64C6-DA0A64FF6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B650A-786A-AA34-643F-BB5681852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1C87D-DAE7-8D6D-A2FC-9C78DD12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82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A9547-26A7-3667-5FE9-696442A2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3774AD-01FA-3D3A-079F-8F599AAFE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B6BD8-CF63-1CB6-C623-CA023E06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23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CBC1D-C2FC-9948-7B67-80ECA8C9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C6E4-6695-F3CC-31FB-F9DAC8376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972BF-5115-538D-E438-EA9B399BB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3B75E-768D-802A-8C23-1EC5A408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5453A-C6D0-481F-94DA-2EA05A60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CE69-2C3C-93A0-F6C0-9EE6A54B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41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3279-1AC6-3394-2185-3DF38F2F1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038F8-9271-FEE2-D120-9255DAD58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E564F-ED06-B402-96EF-38EFFCDFC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66463-E8A4-93CC-27E1-3D94F47D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D4C68-A642-B117-CA8F-85C88B37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2546B-AEE3-54A6-FC91-1BF1E975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474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3B94-68F7-A349-6940-9ACD1E2D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8C893-8222-D263-417E-D9ACFC492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421B3-515F-EB6F-81B1-A6FBD524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7F8FF-D279-D252-AEDD-82F9F3B6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334E6-6810-F558-9DCF-CDFF459A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17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86FC7-9BC8-AF98-191B-77A64C662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F1320-C5E5-6F2E-90FE-18DC571C1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A00E6-BA38-DF52-8576-109A6E71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CAF3-5855-632E-E0ED-DEC4FBFB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E8FA9-7669-1D27-5377-4BAAA658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5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3DD7C-BE38-A0BF-6268-BCB029CB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074C4-21F8-E893-A483-4B97C79BB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ED870-04E7-C0FB-A0BD-1D8692A08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75BBF-272F-4640-A214-A9AB820EC868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E3AF3-C9F3-8E94-D09D-CD2F380D7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D304-041C-08A9-163D-D6E00A5F8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CDDA1-6AAF-47BC-A032-2DD75CA973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79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5B68-9F45-F687-76B5-F8DB03B3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73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Railway Management </a:t>
            </a:r>
            <a:br>
              <a:rPr lang="en-US" b="1" dirty="0"/>
            </a:br>
            <a:r>
              <a:rPr lang="en-US" b="1" dirty="0"/>
              <a:t>System</a:t>
            </a:r>
            <a:br>
              <a:rPr lang="en-US" b="1" dirty="0"/>
            </a:br>
            <a:br>
              <a:rPr lang="en-US" b="1" dirty="0"/>
            </a:br>
            <a:endParaRPr lang="en-IN" sz="2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9604F-4EAC-2F10-19DB-47FB83048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19819"/>
            <a:ext cx="9144000" cy="2504768"/>
          </a:xfrm>
        </p:spPr>
        <p:txBody>
          <a:bodyPr>
            <a:normAutofit fontScale="32500" lnSpcReduction="20000"/>
          </a:bodyPr>
          <a:lstStyle/>
          <a:p>
            <a:r>
              <a:rPr lang="en-IN" sz="4900" b="1" dirty="0"/>
              <a:t> Presented By</a:t>
            </a:r>
          </a:p>
          <a:p>
            <a:r>
              <a:rPr lang="en-IN" sz="4900" dirty="0"/>
              <a:t>M. Khairuddin </a:t>
            </a:r>
          </a:p>
          <a:p>
            <a:r>
              <a:rPr lang="en-IN" sz="4900" dirty="0"/>
              <a:t>M. Saiprasad </a:t>
            </a:r>
          </a:p>
          <a:p>
            <a:r>
              <a:rPr lang="en-IN" sz="4900" dirty="0"/>
              <a:t>K. Lakshmi Prasanna </a:t>
            </a:r>
          </a:p>
          <a:p>
            <a:r>
              <a:rPr lang="en-IN" sz="4900" dirty="0"/>
              <a:t>K. Sri </a:t>
            </a:r>
            <a:r>
              <a:rPr lang="en-IN" sz="4900" dirty="0" err="1"/>
              <a:t>varshitha</a:t>
            </a:r>
            <a:r>
              <a:rPr lang="en-IN" sz="4900" dirty="0"/>
              <a:t> </a:t>
            </a:r>
          </a:p>
          <a:p>
            <a:r>
              <a:rPr lang="en-IN" sz="4900" dirty="0"/>
              <a:t>K. Akshay Kumar</a:t>
            </a:r>
          </a:p>
          <a:p>
            <a:pPr algn="l"/>
            <a:r>
              <a:rPr lang="en-US" sz="7200" b="1" dirty="0"/>
              <a:t>Under the esteemed guidance of </a:t>
            </a:r>
          </a:p>
          <a:p>
            <a:pPr algn="l"/>
            <a:r>
              <a:rPr lang="en-US" sz="7200" dirty="0"/>
              <a:t>MR. SAFWAN MOLLA </a:t>
            </a:r>
          </a:p>
          <a:p>
            <a:endParaRPr lang="en-IN" sz="25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9D4B74-895D-7F5F-0F8A-A1050F55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83659" cy="1322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D29100-9749-3443-C999-249A42476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C81099-F45C-0763-0228-DCA27F95E80E}"/>
              </a:ext>
            </a:extLst>
          </p:cNvPr>
          <p:cNvSpPr txBox="1"/>
          <p:nvPr/>
        </p:nvSpPr>
        <p:spPr>
          <a:xfrm>
            <a:off x="1288024" y="5447522"/>
            <a:ext cx="98420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/>
              <a:t>Department of Artificial Intelligence and Machine Learning</a:t>
            </a:r>
            <a:br>
              <a:rPr lang="en-US" dirty="0"/>
            </a:br>
            <a:r>
              <a:rPr lang="en-US" dirty="0"/>
              <a:t>Aurora Higher Education and Research Academy</a:t>
            </a:r>
          </a:p>
          <a:p>
            <a:pPr algn="ctr">
              <a:buNone/>
            </a:pPr>
            <a:r>
              <a:rPr lang="en-US" dirty="0"/>
              <a:t>(2025–26)</a:t>
            </a:r>
          </a:p>
        </p:txBody>
      </p:sp>
    </p:spTree>
    <p:extLst>
      <p:ext uri="{BB962C8B-B14F-4D97-AF65-F5344CB8AC3E}">
        <p14:creationId xmlns:p14="http://schemas.microsoft.com/office/powerpoint/2010/main" val="427454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EE97-FDEC-2281-66A1-F656FB15E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0D29-9771-D7F6-2070-E1994575D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Railway Management System is a DBMS project. </a:t>
            </a:r>
          </a:p>
          <a:p>
            <a:r>
              <a:rPr lang="en-US" dirty="0"/>
              <a:t>Developed to automate railway operations. </a:t>
            </a:r>
          </a:p>
          <a:p>
            <a:r>
              <a:rPr lang="en-US" dirty="0"/>
              <a:t>Helps manage railway records efficiently. </a:t>
            </a:r>
          </a:p>
          <a:p>
            <a:r>
              <a:rPr lang="en-US" dirty="0"/>
              <a:t>Reduces manual paperwork and errors. </a:t>
            </a:r>
          </a:p>
          <a:p>
            <a:r>
              <a:rPr lang="en-US" dirty="0"/>
              <a:t>Improves speed and accuracy of data handling.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81EE1-20A9-300F-65E5-79B786D4F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DBAC2-A8CA-7B1A-A0F8-3DBC9119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6983-547E-1812-1347-2DFCE180F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railway systems are slow and difficult to maintain. </a:t>
            </a:r>
          </a:p>
          <a:p>
            <a:r>
              <a:rPr lang="en-US" dirty="0"/>
              <a:t>Large amounts of passenger data must be handled daily. </a:t>
            </a:r>
          </a:p>
          <a:p>
            <a:r>
              <a:rPr lang="en-US" dirty="0"/>
              <a:t>Ticket reservation manually can cause mistakes. </a:t>
            </a:r>
          </a:p>
          <a:p>
            <a:r>
              <a:rPr lang="en-US" dirty="0"/>
              <a:t>Railway operations require fast and organized management. </a:t>
            </a:r>
          </a:p>
          <a:p>
            <a:r>
              <a:rPr lang="en-US" dirty="0"/>
              <a:t>Database systems improve efficiency and reliability.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DBAE7-873C-0F47-30C9-75F103197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1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7508-5CE4-89D3-DE33-05B50051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E79A-F697-D11C-914B-028C1CFE0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computerized railway database system. </a:t>
            </a:r>
          </a:p>
          <a:p>
            <a:r>
              <a:rPr lang="en-US" dirty="0"/>
              <a:t>Store railway information securely. </a:t>
            </a:r>
          </a:p>
          <a:p>
            <a:r>
              <a:rPr lang="en-US" dirty="0"/>
              <a:t>Automate reservation and cancellation processes.</a:t>
            </a:r>
          </a:p>
          <a:p>
            <a:r>
              <a:rPr lang="en-US" dirty="0"/>
              <a:t> Improve railway operational efficiency. </a:t>
            </a:r>
          </a:p>
          <a:p>
            <a:r>
              <a:rPr lang="en-US" dirty="0"/>
              <a:t>Provide faster access to railway information.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9CB17-59B0-63F6-FFE0-989887477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2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123E-3162-0259-FCC1-72BA17E3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BB039-F425-BDA3-ACA8-816BE4F45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uses multiple interconnected tables.</a:t>
            </a:r>
          </a:p>
          <a:p>
            <a:r>
              <a:rPr lang="en-US" dirty="0"/>
              <a:t> Stores passenger, train, ticket, and schedule details. </a:t>
            </a:r>
          </a:p>
          <a:p>
            <a:r>
              <a:rPr lang="en-US" dirty="0"/>
              <a:t>Maintains relationships using keys. </a:t>
            </a:r>
          </a:p>
          <a:p>
            <a:r>
              <a:rPr lang="en-US" dirty="0"/>
              <a:t>Supports efficient storage and retrieval of data.</a:t>
            </a:r>
          </a:p>
          <a:p>
            <a:r>
              <a:rPr lang="en-US" dirty="0"/>
              <a:t> Reduces redundancy in the database.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FB6E3-2291-691C-7A5F-B517616A4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2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0E9E-FF33-6A83-6D10-3B92FAD1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5D31E-3F55-93BA-B8C4-D00AD7A4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Ticket reservation management.</a:t>
            </a:r>
          </a:p>
          <a:p>
            <a:r>
              <a:rPr lang="en-US" dirty="0"/>
              <a:t> Train schedule maintenance. </a:t>
            </a:r>
          </a:p>
          <a:p>
            <a:r>
              <a:rPr lang="en-US" dirty="0"/>
              <a:t>Passenger record management. </a:t>
            </a:r>
          </a:p>
          <a:p>
            <a:r>
              <a:rPr lang="en-US" dirty="0"/>
              <a:t>Cancellation and refund handling. </a:t>
            </a:r>
          </a:p>
          <a:p>
            <a:r>
              <a:rPr lang="en-US" dirty="0"/>
              <a:t>Platform information management. </a:t>
            </a:r>
          </a:p>
          <a:p>
            <a:r>
              <a:rPr lang="en-US" dirty="0"/>
              <a:t>Fast retrieval of railway records.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C0D7B-A6A7-3A8F-2B46-73C87C3C7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A2-3A61-AAF3-1F33-6A3FB633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DBMS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B03A9-9C54-7E26-18FA-385CB8871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Database Model</a:t>
            </a:r>
          </a:p>
          <a:p>
            <a:r>
              <a:rPr lang="en-US" dirty="0"/>
              <a:t> Primary Keys </a:t>
            </a:r>
          </a:p>
          <a:p>
            <a:r>
              <a:rPr lang="en-US" dirty="0"/>
              <a:t>Foreign Keys</a:t>
            </a:r>
          </a:p>
          <a:p>
            <a:r>
              <a:rPr lang="en-US" dirty="0"/>
              <a:t> SQL Constraints </a:t>
            </a:r>
          </a:p>
          <a:p>
            <a:r>
              <a:rPr lang="en-US" dirty="0"/>
              <a:t>Normalization</a:t>
            </a:r>
          </a:p>
          <a:p>
            <a:r>
              <a:rPr lang="en-US" dirty="0"/>
              <a:t> Relational Schema Design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AD4E1-B822-C12A-4EF4-1B08DE55F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CD0D-2ED0-F2F6-706B-134BB5D0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55F42-1743-8698-F4A3-03DABBC7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 represents relationships between tables.</a:t>
            </a:r>
          </a:p>
          <a:p>
            <a:r>
              <a:rPr lang="en-US" dirty="0"/>
              <a:t> Shows connectivity between railway entities.</a:t>
            </a:r>
          </a:p>
          <a:p>
            <a:r>
              <a:rPr lang="en-US" dirty="0"/>
              <a:t> Helps maintain data integrity. </a:t>
            </a:r>
          </a:p>
          <a:p>
            <a:r>
              <a:rPr lang="en-US" dirty="0"/>
              <a:t>Simplifies database structure understanding.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65358-0EE7-CA44-2A6D-6E7C4FD5D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B36B8-B08E-6E79-68F8-D877ECA1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39B21-77D5-7872-5E0B-9C3EA4299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98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1D8A-6C90-42A8-0588-C4975654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4A4B-474B-FAD4-7C8D-639E32072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created using SQL.</a:t>
            </a:r>
          </a:p>
          <a:p>
            <a:r>
              <a:rPr lang="en-US" dirty="0"/>
              <a:t> Tables created successfully. </a:t>
            </a:r>
          </a:p>
          <a:p>
            <a:r>
              <a:rPr lang="en-US" dirty="0"/>
              <a:t>Records inserted into database.</a:t>
            </a:r>
          </a:p>
          <a:p>
            <a:r>
              <a:rPr lang="en-US" dirty="0"/>
              <a:t> Constraints applied for consistency.</a:t>
            </a:r>
          </a:p>
          <a:p>
            <a:r>
              <a:rPr lang="en-US" dirty="0"/>
              <a:t> Queries executed to test the system.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A548E-528F-B42A-B40D-36967D7CB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0EDF-389E-96BE-CAA8-A5A1A5E2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04005-58CA-6821-EDFB-2ECE9434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Railway database executed successfully. </a:t>
            </a:r>
          </a:p>
          <a:p>
            <a:r>
              <a:rPr lang="en-US" dirty="0"/>
              <a:t>All records stored without errors. </a:t>
            </a:r>
          </a:p>
          <a:p>
            <a:r>
              <a:rPr lang="en-US" dirty="0"/>
              <a:t>Queries produced accurate results. </a:t>
            </a:r>
          </a:p>
          <a:p>
            <a:r>
              <a:rPr lang="en-US" dirty="0"/>
              <a:t>Database maintained proper relationships. </a:t>
            </a:r>
          </a:p>
          <a:p>
            <a:r>
              <a:rPr lang="en-US" dirty="0"/>
              <a:t>System performed efficiently.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D6292-2011-A2A4-DB3C-71BA89449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65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B360-69C8-CCCD-E676-1A9CE09C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0607-3383-0302-D6C8-FE0A3D932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Reduces paperwork. </a:t>
            </a:r>
          </a:p>
          <a:p>
            <a:r>
              <a:rPr lang="en-IN" dirty="0"/>
              <a:t>Minimizes manual errors. </a:t>
            </a:r>
          </a:p>
          <a:p>
            <a:r>
              <a:rPr lang="en-IN" dirty="0"/>
              <a:t>Improves operational speed. </a:t>
            </a:r>
          </a:p>
          <a:p>
            <a:r>
              <a:rPr lang="en-IN" dirty="0"/>
              <a:t>Provides organized data management. </a:t>
            </a:r>
          </a:p>
          <a:p>
            <a:r>
              <a:rPr lang="en-IN" dirty="0"/>
              <a:t>Enhances passenger convenience.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6C4595-C8BA-DEF5-14E8-6A6FDA8F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22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285E-2DE1-FCF0-7E74-47906F4FE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E7DF1-5B46-0F88-47F9-18451173B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Railway reservation centers</a:t>
            </a:r>
          </a:p>
          <a:p>
            <a:r>
              <a:rPr lang="en-US" dirty="0"/>
              <a:t> Transportation departments </a:t>
            </a:r>
          </a:p>
          <a:p>
            <a:r>
              <a:rPr lang="en-US" dirty="0"/>
              <a:t>Railway stations </a:t>
            </a:r>
          </a:p>
          <a:p>
            <a:r>
              <a:rPr lang="en-US" dirty="0"/>
              <a:t>Metro rail systems</a:t>
            </a:r>
          </a:p>
          <a:p>
            <a:r>
              <a:rPr lang="en-US" dirty="0"/>
              <a:t> Smart transportation systems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92331-1F1B-5E56-B06B-631AD0DD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3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4335-85D5-170A-501D-12AF5080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2F20A-FCE5-C77E-34FE-6151F529B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ticket booking</a:t>
            </a:r>
          </a:p>
          <a:p>
            <a:r>
              <a:rPr lang="en-US" dirty="0"/>
              <a:t> Mobile application integration </a:t>
            </a:r>
          </a:p>
          <a:p>
            <a:r>
              <a:rPr lang="en-US" dirty="0"/>
              <a:t>Real-time train tracking </a:t>
            </a:r>
          </a:p>
          <a:p>
            <a:r>
              <a:rPr lang="en-US" dirty="0"/>
              <a:t>Cloud database support</a:t>
            </a:r>
          </a:p>
          <a:p>
            <a:r>
              <a:rPr lang="en-US" dirty="0"/>
              <a:t> AI-based railway automation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5410C-577B-8713-E228-B7DE8CFE9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64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E6062-0446-60B9-A172-014C80CF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7B2B0-96EC-941A-572E-8BB401BB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Railway Management System is an efficient DBMS project.</a:t>
            </a:r>
          </a:p>
          <a:p>
            <a:r>
              <a:rPr lang="en-US" dirty="0"/>
              <a:t> Automates railway operations successfully.</a:t>
            </a:r>
          </a:p>
          <a:p>
            <a:r>
              <a:rPr lang="en-US" dirty="0"/>
              <a:t> Provides reliable and organized data handling. </a:t>
            </a:r>
          </a:p>
          <a:p>
            <a:r>
              <a:rPr lang="en-US" dirty="0"/>
              <a:t>Demonstrates practical implementation of SQL and DBMS concepts. </a:t>
            </a:r>
          </a:p>
          <a:p>
            <a:r>
              <a:rPr lang="en-US" dirty="0"/>
              <a:t>Suitable for modern railway management applications.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CDA7F-D4EE-D535-C283-4CCD070E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721" y="63090"/>
            <a:ext cx="1889023" cy="125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06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Railway Management  System  </vt:lpstr>
      <vt:lpstr>INTRODUCTION</vt:lpstr>
      <vt:lpstr>NEED FOR THE PROJECT</vt:lpstr>
      <vt:lpstr>OBJECTIVES</vt:lpstr>
      <vt:lpstr>DATABASE OVERVIEW</vt:lpstr>
      <vt:lpstr>FEATURES OF THE SYSTEM</vt:lpstr>
      <vt:lpstr>DBMS CONCEPTS USED</vt:lpstr>
      <vt:lpstr>ER DIAGRAM</vt:lpstr>
      <vt:lpstr>PowerPoint Presentation</vt:lpstr>
      <vt:lpstr>IMPLEMENTATION</vt:lpstr>
      <vt:lpstr>RESULTS</vt:lpstr>
      <vt:lpstr>ADVANTAGES</vt:lpstr>
      <vt:lpstr>APPLICATIONS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koresrivarshitha@outlook.com</dc:creator>
  <cp:lastModifiedBy>koresrivarshitha@outlook.com</cp:lastModifiedBy>
  <cp:revision>1</cp:revision>
  <dcterms:created xsi:type="dcterms:W3CDTF">2026-05-18T17:00:18Z</dcterms:created>
  <dcterms:modified xsi:type="dcterms:W3CDTF">2026-05-18T17:00:29Z</dcterms:modified>
</cp:coreProperties>
</file>